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457200"/>
            <a:ext cx="1399032" cy="1399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0" y="457200"/>
            <a:ext cx="139903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 뉴스 대시보드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4C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아침·오후, 보험 뉴스를 자동으로 모아 AI가 요약해 드립니다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19556" y="3749040"/>
            <a:ext cx="3200400" cy="475488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" y="37490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 하루 2회 자동 수집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94276" y="3749040"/>
            <a:ext cx="3200400" cy="475488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4276" y="37490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AI 3줄 요약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68996" y="3749040"/>
            <a:ext cx="3200400" cy="475488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996" y="37490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직접 검색 가능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A3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 |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503045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503045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170432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소개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737269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하는 앱인가요?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5916" y="1115568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13932" y="1503045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3932" y="1503045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44284" y="1170432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특징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44284" y="1737269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앱만의 장점 4가지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02586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790063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79006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2457450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자동 수집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024287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알아서 뉴스를 모아옵니다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5916" y="2402586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3932" y="2790063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3932" y="279006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4284" y="2457450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뉴스 요약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44284" y="3024287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핵심만 3줄로 정리해 드립니다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689604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" y="4077081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407708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4128" y="3744468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128" y="4311305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화면 각 영역 안내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85916" y="3689604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3932" y="4077081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3932" y="4077081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44284" y="3744468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상세 보기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44284" y="4311305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한 번으로 자세한 내용 확인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976622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" y="5364099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5364099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4128" y="5031486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검색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4128" y="5598323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키워드로 즉시 검색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85916" y="4976622"/>
            <a:ext cx="5637276" cy="119557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13932" y="5364099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3932" y="5364099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44284" y="5031486"/>
            <a:ext cx="4869180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 방법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44284" y="5598323"/>
            <a:ext cx="4869180" cy="5260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사용 가이드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앱 소개 — 무엇을 하는 앱인가요?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11457432" cy="7315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698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보험 관련 뉴스를 매일 자동으로 수집하고, AI가 핵심을 요약해서 한눈에 보여주는 서비스입니다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3685032" cy="423367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2029968"/>
            <a:ext cx="33924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 이런 분들께 유용합니다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" y="2651760"/>
            <a:ext cx="3392424" cy="34655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보험설계사 · 언더라이터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 관련 연구자 · 학생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 가입을 고려 중인 소비자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보험업계 동향을 파악하고 싶은 모든 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938528"/>
            <a:ext cx="3685032" cy="423367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2029968"/>
            <a:ext cx="33924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핵심 가치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98264" y="2651760"/>
            <a:ext cx="3392424" cy="34655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매일 쏟아지는 보험 뉴스를 직접 검색할 필요 없이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자동으로 모아주고 AI가 핵심을 정리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바쁜 하루, 1분 만에 보험 업계 흐름 파악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938528"/>
            <a:ext cx="3685032" cy="4233672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2029968"/>
            <a:ext cx="33924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제공하는 정보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84464" y="2651760"/>
            <a:ext cx="3392424" cy="34655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주요 보험사 · 규제 관련 최신 뉴스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생명보험 / 손해보험 / 상품 / 규제 분류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비슷한 주제 기사 묶음으로 제공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원하는 키워드로 직접 검색도 가능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주요 특징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637276" cy="247345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207008"/>
            <a:ext cx="5344668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⏰  하루 2번, 자동으로 뉴스 수집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2064" y="1828800"/>
            <a:ext cx="5344668" cy="17053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오전 8시와 오후 2시,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따로 아무것도 하지 않아도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보험 뉴스를 자동으로 모아옵니다.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최신 정보를 제공합니다.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5916" y="1115568"/>
            <a:ext cx="5637276" cy="2473452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2220" y="1207008"/>
            <a:ext cx="5344668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AI가 핵심만 3줄로 요약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2220" y="1828800"/>
            <a:ext cx="5344668" cy="17053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기사를 읽을 시간이 없어도 괜찮습니다.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AI(Claude)가 기사의 핵심 내용을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3줄로 간결하게 정리해 드립니다.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정보 파악이 가능합니다.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698748"/>
            <a:ext cx="5637276" cy="247345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790188"/>
            <a:ext cx="5344668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🗂️  비슷한 기사 묶어서 제공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" y="4411980"/>
            <a:ext cx="5344668" cy="17053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주제를 다룬 여러 기사를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하나로 묶어 보여줍니다.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기사를 클릭 한 번으로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확인할 수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5916" y="3698748"/>
            <a:ext cx="5637276" cy="2473452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3790188"/>
            <a:ext cx="5344668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원하는 키워드로 직접 검색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32220" y="4411980"/>
            <a:ext cx="5344668" cy="17053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 외에도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키워드를 직접 입력해서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관련 뉴스를 검색할 수 있습니다.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정보를 즉시 찾아보세요.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뉴스 자동 수집 — 어떻게 작동하나요?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6908" y="1133856"/>
            <a:ext cx="20116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908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80060" y="15361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자동 실행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36876" y="133502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7772" y="1133856"/>
            <a:ext cx="2011680" cy="658368"/>
          </a:xfrm>
          <a:prstGeom prst="rect">
            <a:avLst/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7772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20924" y="15361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수집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7740" y="133502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8636" y="1133856"/>
            <a:ext cx="201168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8636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61788" y="15361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제거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8604" y="133502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9500" y="1133856"/>
            <a:ext cx="201168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9500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02652" y="15361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 처리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59468" y="133502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70364" y="1133856"/>
            <a:ext cx="201168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0364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843516" y="15361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저장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1993392"/>
            <a:ext cx="5628132" cy="417880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103120"/>
            <a:ext cx="53538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수집하는 뉴스 종류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2487168"/>
            <a:ext cx="5353812" cy="3630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"보험" 관련 최신 뉴스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"보험료" 관련 최신 뉴스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"보험상품" 관련 최신 뉴스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"금융감독원 보험" 관련 최신 뉴스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키워드별 최신 10건씩 수집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하루 최대 약 40건의 신선한 뉴스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95060" y="1993392"/>
            <a:ext cx="5628132" cy="4178808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2220" y="2103120"/>
            <a:ext cx="53538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 에디션이란?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32220" y="2487168"/>
            <a:ext cx="5353812" cy="3630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시점을 "에디션"이라고 부릅니다.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오전 에디션  (08:00 수집)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오후 에디션  (14:00 수집)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날짜와 에디션을 선택하면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시점에 수집된 뉴스를 볼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AI 뉴스 요약 — Claude AI가 도와드립니다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303520" cy="1612392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20700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 3줄 요약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2064" y="1828800"/>
            <a:ext cx="5010912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기사를 읽지 않아도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내용을 3줄로 파악할 수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837688"/>
            <a:ext cx="5303520" cy="161239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292912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 카테고리 자동 분류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" y="3550920"/>
            <a:ext cx="5010912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/ 손해보험 / 제도·규제 / 상품 / 기타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카테고리로 자동 분류해 드립니다.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559808"/>
            <a:ext cx="5303520" cy="161239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465124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관련 기사 묶기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" y="5273040"/>
            <a:ext cx="5010912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비슷한 주제를 다룬 기사들을 자동으로 묶어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기사를 함께 확인할 수 있습니다.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25312" y="1115568"/>
            <a:ext cx="5897880" cy="505663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1115568"/>
            <a:ext cx="5897880" cy="365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115568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 AI 요약 예시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567842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손해보험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65376"/>
            <a:ext cx="5678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삼성화재, 실손보험 보험료 8% 인상 검토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395728"/>
            <a:ext cx="567842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468880"/>
            <a:ext cx="5678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요약 (3줄)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2798064"/>
            <a:ext cx="5678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삼성화재, 2026년 실손보험료 최대 8% 인상 방침 결정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5678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고령화 심화 및 의료비 청구 증가로 손해율 악화 원인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602736"/>
            <a:ext cx="5678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금감원 승인 후 4월부터 순차 적용 예정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4041648"/>
            <a:ext cx="5678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📎 원본 기사 보러가기 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4370832"/>
            <a:ext cx="567842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4425696"/>
            <a:ext cx="5678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관련 기사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4718304"/>
            <a:ext cx="56784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현대해상, 보험료 인상 동반 검토 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5029200"/>
            <a:ext cx="56784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DB손보 실손 손해율 120% 돌파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화면 구성 — 메인 화면 안내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6217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2179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📰 보험 뉴스 대시보드                ☀/🌙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1417320" cy="46725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5448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날짜 선택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" y="1865376"/>
            <a:ext cx="1298448" cy="347472"/>
          </a:xfrm>
          <a:prstGeom prst="rect">
            <a:avLst/>
          </a:prstGeom>
          <a:solidFill>
            <a:srgbClr val="1E3A5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 7일 ●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" y="2286000"/>
            <a:ext cx="129844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 6일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" y="2706624"/>
            <a:ext cx="129844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24912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 5일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0624" y="3127248"/>
            <a:ext cx="129844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─ 3월 ─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0624" y="3547872"/>
            <a:ext cx="129844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3월 31일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624" y="3968496"/>
            <a:ext cx="129844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86784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3월 30일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1499616"/>
            <a:ext cx="48006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37944" y="1554480"/>
            <a:ext cx="1234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37944" y="15544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08:00 에디션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54680" y="15544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14:00 에디션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83080" y="1847088"/>
            <a:ext cx="4800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37944" y="1874520"/>
            <a:ext cx="676656" cy="201168"/>
          </a:xfrm>
          <a:prstGeom prst="rect">
            <a:avLst/>
          </a:prstGeom>
          <a:solidFill>
            <a:srgbClr val="1E3A5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37944" y="187452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87752" y="1874520"/>
            <a:ext cx="676656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187452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337560" y="1874520"/>
            <a:ext cx="676656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87452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손해보험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087368" y="1874520"/>
            <a:ext cx="676656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87368" y="187452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837176" y="1874520"/>
            <a:ext cx="676656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1874520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37944" y="2176272"/>
            <a:ext cx="2318004" cy="8778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212848"/>
            <a:ext cx="22265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제목 표시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883664" y="2432304"/>
            <a:ext cx="22265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3줄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210812" y="2176272"/>
            <a:ext cx="2318004" cy="8778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6532" y="2212848"/>
            <a:ext cx="22265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제목 표시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256532" y="2432304"/>
            <a:ext cx="22265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3줄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1837944" y="3108960"/>
            <a:ext cx="2318004" cy="8778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83664" y="3145536"/>
            <a:ext cx="22265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제목 표시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883664" y="3364992"/>
            <a:ext cx="22265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3줄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4210812" y="3108960"/>
            <a:ext cx="2318004" cy="87782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6532" y="3145536"/>
            <a:ext cx="22265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제목 표시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256532" y="3364992"/>
            <a:ext cx="22265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2줄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3줄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783080" y="4078224"/>
            <a:ext cx="480060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56232" y="4078224"/>
            <a:ext cx="4654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보험 뉴스 직접 검색 [ 키워드 입력 ] [검색]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39712" y="1115568"/>
            <a:ext cx="4983480" cy="7970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1170432"/>
            <a:ext cx="4800600" cy="3507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 상단 헤더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31152" y="1482212"/>
            <a:ext cx="4800600" cy="3985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이름 표시 · 라이트/다크 테마 전환 버튼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39712" y="1967484"/>
            <a:ext cx="4983480" cy="7970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31152" y="2022348"/>
            <a:ext cx="4800600" cy="3507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 날짜 사이드바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931152" y="2334128"/>
            <a:ext cx="4800600" cy="3985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목록에서 원하는 날짜 선택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날짜는 상단, 지난 날짜는 월별로 모아서 표시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39712" y="2819400"/>
            <a:ext cx="4983480" cy="797052"/>
          </a:xfrm>
          <a:prstGeom prst="rect">
            <a:avLst/>
          </a:prstGeom>
          <a:solidFill>
            <a:srgbClr val="F0F9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1152" y="2874264"/>
            <a:ext cx="4800600" cy="3507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 에디션 탭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31152" y="3186044"/>
            <a:ext cx="4800600" cy="3985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오전(08:00) / 오후(14:00) 에디션 선택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그날 데이터가 없으면 버튼이 비활성화됨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39712" y="3671316"/>
            <a:ext cx="4983480" cy="797052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31152" y="3726180"/>
            <a:ext cx="4800600" cy="3507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 카테고리 필터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31152" y="4037960"/>
            <a:ext cx="4800600" cy="3985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분야만 모아서 보기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· 손해보험 · 규제 · 상품 · 기타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839712" y="4523232"/>
            <a:ext cx="4983480" cy="797052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31152" y="4578096"/>
            <a:ext cx="4800600" cy="3507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 기사 카드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931152" y="4889876"/>
            <a:ext cx="4800600" cy="3985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수집된 기사를 카드 형태로 표시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 3줄 · 관련 기사 건수 포함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39712" y="5375148"/>
            <a:ext cx="4983480" cy="797052"/>
          </a:xfrm>
          <a:prstGeom prst="rect">
            <a:avLst/>
          </a:prstGeom>
          <a:solidFill>
            <a:srgbClr val="FDF4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31152" y="5430012"/>
            <a:ext cx="4800600" cy="35070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 직접 검색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931152" y="5741792"/>
            <a:ext cx="4800600" cy="3985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목록 아래에 위치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입력 후 검색 버튼 클릭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기사 상세 보기 — 클릭 한 번으로 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389120" cy="1612392"/>
          </a:xfrm>
          <a:prstGeom prst="rect">
            <a:avLst/>
          </a:prstGeom>
          <a:solidFill>
            <a:srgbClr val="F0F9FF"/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207008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🖱️  어떻게 여나요?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2064" y="1828800"/>
            <a:ext cx="4096512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카드를 클릭하면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또는 하단에서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패널이 부드럽게 열립니다.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837688"/>
            <a:ext cx="4389120" cy="161239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2929128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📱  스마트폰에서는?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" y="3550920"/>
            <a:ext cx="4096512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하단에서 위로 올라오는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시트 형태로 표시됩니다.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모바일에서도 편리하게 이용 가능합니다.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559808"/>
            <a:ext cx="4389120" cy="161239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4651248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패널에서 볼 수 있는 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64" y="5273040"/>
            <a:ext cx="4096512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 3줄 요약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기사 카테고리 배지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원본 기사 링크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비슷한 주제 관련 기사 (최대 2건)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10912" y="1115568"/>
            <a:ext cx="6812280" cy="5056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1115568"/>
            <a:ext cx="681228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115568"/>
            <a:ext cx="6592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상세 보기                        ✕ 닫기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48072" y="1627632"/>
            <a:ext cx="10515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16276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손해보험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48072" y="1975104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삼성화재, 실손보험 보험료 8% 인상 검토 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48072" y="2560320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조선비즈  |  2026-04-07  14:00 에디션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48072" y="2871216"/>
            <a:ext cx="6537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29443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핵심 요약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48072" y="3273552"/>
            <a:ext cx="65379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삼성화재, 2026년 실손보험료 최대 8% 인상 결정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48072" y="3639312"/>
            <a:ext cx="65379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고령화 심화·의료비 청구 급증으로 손해율 악화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48072" y="4005072"/>
            <a:ext cx="65379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금감원 승인 후 4월부터 순차 적용 예정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48072" y="4425696"/>
            <a:ext cx="65379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4425696"/>
            <a:ext cx="6446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📎  원본 기사 전문 보기 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48072" y="4846320"/>
            <a:ext cx="6537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4901184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비슷한 주제 관련 기사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48072" y="5212080"/>
            <a:ext cx="653796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9512" y="523036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현대해상, 보험료 인상 동반 검토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48072" y="5614416"/>
            <a:ext cx="6537960" cy="34747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9512" y="56327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DB손보 실손 손해율 120% 초과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 직접 검색 — 원하는 뉴스를 바로 찾기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120640" y="1115568"/>
            <a:ext cx="6702552" cy="5056632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115568"/>
            <a:ext cx="670255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0368" y="1115568"/>
            <a:ext cx="6483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보험 뉴스 직접 검색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0368" y="1591056"/>
            <a:ext cx="569671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1808" y="1591056"/>
            <a:ext cx="5605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실손보험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63656" y="1591056"/>
            <a:ext cx="749808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63656" y="1591056"/>
            <a:ext cx="749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30368" y="2103120"/>
            <a:ext cx="6483096" cy="0"/>
          </a:xfrm>
          <a:prstGeom prst="line">
            <a:avLst/>
          </a:prstGeom>
          <a:noFill/>
          <a:ln w="635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2157984"/>
            <a:ext cx="6483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 (4건)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30368" y="2468880"/>
            <a:ext cx="648309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523744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실손보험 보험료 8% 인상 확정... 4월부터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761488"/>
            <a:ext cx="63367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앞부분 요약 내용이 여기에 표시됩니다...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0368" y="3035808"/>
            <a:ext cx="648309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090672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실손보험 청구 간소화 법안 통과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3328416"/>
            <a:ext cx="63367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앞부분 요약 내용이 여기에 표시됩니다...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30368" y="3602736"/>
            <a:ext cx="648309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65760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金감원, 실손보험 과잉진료 단속 강화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3895344"/>
            <a:ext cx="63367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앞부분 요약 내용이 여기에 표시됩니다...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30368" y="4169664"/>
            <a:ext cx="648309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4224528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4세대 실손보험 가입자 25만 명 돌파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4462272"/>
            <a:ext cx="6336792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앞부분 요약 내용이 여기에 표시됩니다...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115568"/>
            <a:ext cx="4535424" cy="1612392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1207008"/>
            <a:ext cx="424281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사용법이 간단합니다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2064" y="1828800"/>
            <a:ext cx="4242816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검색창에 원하는 키워드를 입력하고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[검색] 버튼을 누르면 끝!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가입이나 로그인이 필요 없습니다.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2837688"/>
            <a:ext cx="4535424" cy="1612392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929128"/>
            <a:ext cx="424281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실시간으로 검색됩니다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12064" y="3550920"/>
            <a:ext cx="4242816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수집과 별개로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시점의 최신 뉴스를 즉시 검색합니다.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 목록에 없는 뉴스도 찾을 수 있습니다.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559808"/>
            <a:ext cx="4535424" cy="161239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4651248"/>
            <a:ext cx="424281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검색 결과 표시 방식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12064" y="5273040"/>
            <a:ext cx="4242816" cy="844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기사 제목 (클릭 시 원문으로 이동)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기사 앞부분 내용 미리보기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 요약은 제공되지 않습니다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(자동 수집 기사만 AI 요약 제공)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 이용 방법 — 5단계로 시작하기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97224" cy="248259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20700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2416" y="1234440"/>
            <a:ext cx="2910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날짜 선택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" y="1719072"/>
            <a:ext cx="3441192" cy="1751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사이드바에서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싶은 날짜를 클릭합니다.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날짜는 상단에, 지난 날짜는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월별로 펼쳐서 볼 수 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5864" y="1097280"/>
            <a:ext cx="3697224" cy="2482596"/>
          </a:xfrm>
          <a:prstGeom prst="rect">
            <a:avLst/>
          </a:prstGeom>
          <a:solidFill>
            <a:srgbClr val="F0F9FF"/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3880" y="1207008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3880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22520" y="1234440"/>
            <a:ext cx="2910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🕐 에디션 선택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73880" y="1719072"/>
            <a:ext cx="3441192" cy="1751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오전(08:00) 또는 오후(14:00)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에디션 탭을 선택합니다.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그날 수집이 완료된 에디션만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클릭할 수 있습니다.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1097280"/>
            <a:ext cx="3697224" cy="2482596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3984" y="1207008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3984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02624" y="1234440"/>
            <a:ext cx="2910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카테고리 선택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3984" y="1719072"/>
            <a:ext cx="3441192" cy="1751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있는 분야만 모아보고 싶다면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카테고리 버튼을 클릭하세요.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[전체]를 선택하면 모든 기사를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한꺼번에 볼 수 있습니다.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89604"/>
            <a:ext cx="5637276" cy="2482596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3799332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7993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2416" y="3826764"/>
            <a:ext cx="485089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🃏 기사 카드 클릭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" y="4311396"/>
            <a:ext cx="5381244" cy="1751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있는 기사 카드를 클릭하면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오른쪽에 상세 패널이 열립니다.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 3줄과 관련 기사를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한눈에 확인할 수 있습니다.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85916" y="3689604"/>
            <a:ext cx="5637276" cy="2482596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3932" y="379933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3932" y="37993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62572" y="3826764"/>
            <a:ext cx="485089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직접 검색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13932" y="4311396"/>
            <a:ext cx="5381244" cy="17510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 외에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키워드가 궁금하다면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하단 검색창을 이용하세요.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뉴스를 바로 찾을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 활용 팁 &amp; 자주 묻는 질문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637276" cy="1630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88720"/>
            <a:ext cx="347472" cy="3474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188720"/>
            <a:ext cx="4997196" cy="619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뉴스가 보이지 않아요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1873606"/>
            <a:ext cx="54178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38833"/>
            <a:ext cx="5417820" cy="7159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날짜/에디션에 아직 수집이 완료되지 않았을 수 있습니다.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수집 시간(오전 8시 / 오후 2시) 이후에 다시 확인해 보세요.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5916" y="1097280"/>
            <a:ext cx="5637276" cy="1630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5644" y="1188720"/>
            <a:ext cx="347472" cy="3474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5644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16268" y="1188720"/>
            <a:ext cx="4997196" cy="619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요약이 "요약 준비 중"으로 표시돼요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95644" y="1873606"/>
            <a:ext cx="54178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5644" y="1938833"/>
            <a:ext cx="5417820" cy="7159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요약을 처리하는 중입니다.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수집 에디션에서는 정상적으로 표시됩니다.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19400"/>
            <a:ext cx="5637276" cy="1630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910840"/>
            <a:ext cx="347472" cy="3474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10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910840"/>
            <a:ext cx="4997196" cy="619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검색과 자동 수집의 차이가 뭔가요?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" y="3595726"/>
            <a:ext cx="54178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60953"/>
            <a:ext cx="5417820" cy="7159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 기사: AI 요약 + 관련 기사 묶음 + 상세 패널 제공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검색 기사: 기사 제목·앞부분만 표시 (AI 요약 없음)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85916" y="2819400"/>
            <a:ext cx="5637276" cy="1630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5644" y="2910840"/>
            <a:ext cx="347472" cy="3474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5644" y="2910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16268" y="2910840"/>
            <a:ext cx="4997196" cy="619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다크/라이트 모드는 어디서 바꾸나요?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95644" y="3595726"/>
            <a:ext cx="54178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5644" y="3660953"/>
            <a:ext cx="5417820" cy="7159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오른쪽 상단의 ☀/🌙 아이콘을 클릭하세요.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선택한 테마는 다음 방문 때도 유지됩니다.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541520"/>
            <a:ext cx="5637276" cy="1630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632960"/>
            <a:ext cx="347472" cy="3474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63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4632960"/>
            <a:ext cx="4997196" cy="619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기사를 클릭해도 패널이 안 열려요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5488" y="5317846"/>
            <a:ext cx="54178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5383073"/>
            <a:ext cx="5417820" cy="7159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수집된 기사만 상세 패널이 열립니다.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검색 결과는 기사 제목 클릭 시 원본 사이트로 이동합니다.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85916" y="4541520"/>
            <a:ext cx="5637276" cy="1630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5644" y="4632960"/>
            <a:ext cx="347472" cy="3474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5644" y="463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16268" y="4632960"/>
            <a:ext cx="4997196" cy="6196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많은 기사를 보고 싶어요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95644" y="5317846"/>
            <a:ext cx="54178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5644" y="5383073"/>
            <a:ext cx="5417820" cy="7159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사이드바에서 다른 날짜 / 에디션을 선택하거나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직접 검색 기능으로 키워드 검색을 이용해 보세요.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이제 보험 뉴스,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찾지 않아도 됩니다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60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C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자동 수집 · AI 핵심 요약 · 원하는 키워드 검색까지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38428" y="3401568"/>
            <a:ext cx="3108960" cy="877824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" y="34381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8428" y="38221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2회  자동 수집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39996" y="3401568"/>
            <a:ext cx="3108960" cy="877824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996" y="34381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39996" y="38221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3줄  핵심 요약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41564" y="3401568"/>
            <a:ext cx="3108960" cy="877824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1564" y="34381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41564" y="38221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 직접 검색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0" y="4809744"/>
            <a:ext cx="12188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A3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 with Claude Code + 바이브코딩랩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5175504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vibecodinglab.ai.kr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뉴스 대시보드 — 앱 소개</dc:title>
  <dc:subject>PptxGenJS Presentation</dc:subject>
  <dc:creator>보험 뉴스 대시보드</dc:creator>
  <cp:lastModifiedBy>보험 뉴스 대시보드</cp:lastModifiedBy>
  <cp:revision>1</cp:revision>
  <dcterms:created xsi:type="dcterms:W3CDTF">2026-04-07T09:39:00Z</dcterms:created>
  <dcterms:modified xsi:type="dcterms:W3CDTF">2026-04-07T09:39:00Z</dcterms:modified>
</cp:coreProperties>
</file>