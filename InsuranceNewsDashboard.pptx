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1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417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394960" y="502920"/>
            <a:ext cx="1399032" cy="1399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394960" y="502920"/>
            <a:ext cx="1399032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 뉴스 대시보드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999232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Insurance News Dashboard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C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뉴스 자동 수집 · Claude AI 요약 · 실시간 검색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4389120"/>
            <a:ext cx="1783080" cy="402336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34440" y="43891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4389120"/>
            <a:ext cx="1783080" cy="402336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18688" y="43891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02936" y="4389120"/>
            <a:ext cx="1783080" cy="402336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02936" y="43891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Haiku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87184" y="4389120"/>
            <a:ext cx="1783080" cy="402336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87184" y="43891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Cron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71432" y="4389120"/>
            <a:ext cx="1783080" cy="402336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71432" y="438912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Naver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DA3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2026.04  |  v1.0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" y="1383487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75488" y="138348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9264" y="1170432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개요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1603419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목적, 대상 사용자, 핵심 기능 요약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5916" y="1115568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95644" y="1383487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95644" y="138348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89420" y="1170432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뉴스 흐름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89420" y="1603419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수집(Cron) vs 사용자 검색 비교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145182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488" y="2413102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" y="24131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9264" y="2200046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264" y="2633033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수집 · AI 요약 · 카드 UI · 검색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5916" y="2145182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95644" y="2413102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95644" y="241310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89420" y="2200046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89420" y="2633033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대시보드 레이아웃 상세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174797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5488" y="344271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5488" y="34427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" y="3229661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패널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" y="3662647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상세 + 유사 기사 표시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85916" y="3174797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295644" y="344271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95644" y="34427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89420" y="3229661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검색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89420" y="3662647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실시간 검색 기능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4204411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75488" y="4472330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5488" y="44723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9264" y="4259275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9264" y="4692262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· Supabase · Claude API · Vercel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85916" y="4204411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295644" y="4472330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295644" y="44723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89420" y="4259275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89420" y="4692262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흐름 및 구성 요소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5234026"/>
            <a:ext cx="5637276" cy="93817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75488" y="5501945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75488" y="550194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9264" y="5288890"/>
            <a:ext cx="4924044" cy="46908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69264" y="5721876"/>
            <a:ext cx="4924044" cy="41279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이용 단계별 가이드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서비스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11457432" cy="64008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069848"/>
            <a:ext cx="1118311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보험/보험상품 관련 뉴스를 네이버 뉴스 API로 하루 2회 자동 수집·AI 요약하여 카드형 웹페이지로 제공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646420" cy="21259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1920240"/>
            <a:ext cx="5390388" cy="7228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대상 사용자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93776" y="2697937"/>
            <a:ext cx="5390388" cy="116540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보험업 종사자 (설계사·언더라이터·상품개발팀)• 보험 관련 연구자·학생• 보험 가입 고려 중인 일반 소비자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6772" y="1828800"/>
            <a:ext cx="5646420" cy="21259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04788" y="1920240"/>
            <a:ext cx="5390388" cy="7228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  자동 수집 스케줄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04788" y="2697937"/>
            <a:ext cx="5390388" cy="116540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하루 2회: 08:00 / 14:00 KST 자동 실행• Vercel Cron + CRON_SECRET 보안 검증• 수집 키워드: 보험, 보험료, 보험상품, 금감원 보험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046220"/>
            <a:ext cx="5646420" cy="21259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" y="4137660"/>
            <a:ext cx="5390388" cy="7228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요약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3776" y="4915357"/>
            <a:ext cx="5390388" cy="116540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Claude Haiku(claude-haiku-4-5) 3줄 요약• 카테고리 분류 + 유사 기사 클러스터링• Zod Structured Output 검증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6772" y="4046220"/>
            <a:ext cx="5646420" cy="21259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4788" y="4137660"/>
            <a:ext cx="5390388" cy="7228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사용자 검색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4788" y="4915357"/>
            <a:ext cx="5390388" cy="116540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키워드 입력 → 네이버 뉴스 실시간 조회• DB 미저장 (세션 내 일시 표시)• 1초 AbortController 타임아웃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두 가지 뉴스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5614416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75488" y="106984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⏱ 정기 수집 (Cron)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08776" y="1069848"/>
            <a:ext cx="5614416" cy="4754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18504" y="106984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사용자 검색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1618488"/>
            <a:ext cx="11457432" cy="6400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618488"/>
            <a:ext cx="1234440" cy="640080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618488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트리거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691640"/>
            <a:ext cx="424281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Cron 자동 실행 (08:00 / 14:00)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5936" y="1691640"/>
            <a:ext cx="54772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키워드 입력 → 검색 버튼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114574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1234440" cy="640080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313432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저장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2386584"/>
            <a:ext cx="424281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Supabase 영구 저장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2386584"/>
            <a:ext cx="54772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미저장 (세션 내 일시 표시)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08376"/>
            <a:ext cx="11457432" cy="6400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008376"/>
            <a:ext cx="1234440" cy="640080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008376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처리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081528"/>
            <a:ext cx="424281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Claude Haiku 3줄 요약 + 클러스터링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081528"/>
            <a:ext cx="54772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없음 (snippet 그대로 표시)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703320"/>
            <a:ext cx="1145743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1234440" cy="640080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7033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슬라이드패널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37360" y="3776472"/>
            <a:ext cx="424281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상세 패널 (요약 + 유사 기사)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45936" y="3776472"/>
            <a:ext cx="54772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없음 (제목 + 링크 + snippet)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398264"/>
            <a:ext cx="11457432" cy="6400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4398264"/>
            <a:ext cx="1234440" cy="640080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39826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737360" y="4471416"/>
            <a:ext cx="424281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호출 비용 발생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45936" y="4471416"/>
            <a:ext cx="5477256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API만 사용 (추가 비용 없음)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주요 기능 — 수집 &amp; AI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646420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93776" y="1188720"/>
            <a:ext cx="5390388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 네이버 뉴스 수집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93776" y="2090776"/>
            <a:ext cx="5390388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키워드 4종: 보험, 보험료, 보험상품, 금감원 보험• 키워드당 최대 10건 → 총 40건 수집• HTML 태그 제거 &amp; URL 중복 UPSERT DO NOTHING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6772" y="1097280"/>
            <a:ext cx="5646420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304788" y="1188720"/>
            <a:ext cx="5390388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🧠  AI </a:t>
            </a:r>
            <a:r>
              <a:rPr lang="ko-KR" alt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</a:t>
            </a:r>
            <a:r>
              <a:rPr lang="en-US" sz="1900" b="1" dirty="0" err="1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04788" y="2090776"/>
            <a:ext cx="5390388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Structured Output(JSON Schema) + Zod 검증• 3줄 불릿 요약 · 카테고리 자동 분류• 카테고리: 생명보험 / 손해보험 / 제도·규제 / 상품 / 기타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680460"/>
            <a:ext cx="5646420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" y="3771900"/>
            <a:ext cx="5390388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🗂️  유사 기사 클러스터링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93776" y="4673956"/>
            <a:ext cx="5390388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대표 기사 1건 + 유사 기사 최대 2건• cluster_id로 관계 DB 저장• 패널에서 관련 기사 함께 표시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6772" y="3680460"/>
            <a:ext cx="5646420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04788" y="3771900"/>
            <a:ext cx="5390388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보안 &amp; 비용 최적화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04788" y="4673956"/>
            <a:ext cx="5390388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CRON_SECRET Bearer 토큰 검증• service_role key 서버 전용 — 클라이언트 미노출• 사용자 검색 시 AI 미호출 → 비용 절감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화면 구성 — 메인 대시보드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1280160" cy="5102352"/>
          </a:xfrm>
          <a:prstGeom prst="rect">
            <a:avLst/>
          </a:prstGeom>
          <a:solidFill>
            <a:srgbClr val="E0E7FF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161288"/>
            <a:ext cx="1280160" cy="4919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아코디언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19072" y="1069848"/>
            <a:ext cx="358444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764792" y="1069848"/>
            <a:ext cx="3493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보험 뉴스 대시보드                   ☀/🌙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19072" y="1435608"/>
            <a:ext cx="3584448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64792" y="143560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[08:00 에디션]  [14:00 에디션]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19072" y="1746504"/>
            <a:ext cx="3584448" cy="237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764792" y="1746504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[전체][생명][손해][규제][상품]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19072" y="2020824"/>
            <a:ext cx="115824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55648" y="2057400"/>
            <a:ext cx="108508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카드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932176" y="2020824"/>
            <a:ext cx="115824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68752" y="2057400"/>
            <a:ext cx="108508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카드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45280" y="2020824"/>
            <a:ext cx="115824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81856" y="2057400"/>
            <a:ext cx="1085088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카드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요약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요약 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719072" y="3493008"/>
            <a:ext cx="3584448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764792" y="3493008"/>
            <a:ext cx="3493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보험 뉴스 직접 검색  [ 키워드 입력 ] [검색]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069848"/>
            <a:ext cx="6245352" cy="9619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87568" y="1124712"/>
            <a:ext cx="6025896" cy="384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 날짜 사이드바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87568" y="1509492"/>
            <a:ext cx="6025896" cy="46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최근·과거 날짜 분리 표시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아코디언 + 수동 새로고침 버튼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104949"/>
            <a:ext cx="6245352" cy="9619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87568" y="2159813"/>
            <a:ext cx="6025896" cy="384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📑  에디션 탭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87568" y="2544592"/>
            <a:ext cx="6025896" cy="46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08:00 / 14:00 에디션 선택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없을 때 disabled 처리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3140050"/>
            <a:ext cx="6245352" cy="9619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87568" y="3194914"/>
            <a:ext cx="6025896" cy="384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카테고리 필터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87568" y="3579693"/>
            <a:ext cx="6025896" cy="46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생명보험·손해보험·제도·규제·상품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클라이언트 사이드 필터링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4175150"/>
            <a:ext cx="6245352" cy="9619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87568" y="4230014"/>
            <a:ext cx="6025896" cy="384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🃏  기사 카드 그리드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87568" y="4614794"/>
            <a:ext cx="6025896" cy="46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3줄 요약 + 카테고리 배지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기사 건수 뱃지 표시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5210251"/>
            <a:ext cx="6245352" cy="9619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687568" y="5265115"/>
            <a:ext cx="6025896" cy="3847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검색 영역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87568" y="5649895"/>
            <a:ext cx="6025896" cy="4674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그리드 아래 배치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→ 실시간 네이버 뉴스 조회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슬라이드 패널 — 기사 상세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5010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37360" y="33924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화면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(뒷 배경)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115568"/>
            <a:ext cx="7434072" cy="5010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480560" y="1115568"/>
            <a:ext cx="7434072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90288" y="1115568"/>
            <a:ext cx="72146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상세  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645920"/>
            <a:ext cx="100584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17720" y="16459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손해보험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011680"/>
            <a:ext cx="715975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삼성화재, 올해 보험료 인상 검토 중... 소비자 부담 증가 우려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633472"/>
            <a:ext cx="7159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조선비즈  |  2026-04-07  14:00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926080"/>
            <a:ext cx="71597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990088"/>
            <a:ext cx="7159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AI 요약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7159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삼성화재, 2026년 보험료 5~8% 인상 방침 확정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639312"/>
            <a:ext cx="7159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금감원 승인 대기 중 — 고령화·손해율 상승이 주요 원인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986784"/>
            <a:ext cx="7159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소비자단체 반발 예상, 규제 논의 본격화 전망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4370832"/>
            <a:ext cx="71597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617720" y="4425696"/>
            <a:ext cx="7159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📎 유사 기사 (2건)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4727448"/>
            <a:ext cx="7159752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27448" y="4745736"/>
            <a:ext cx="694029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현대해상도 보험료 인상 검토 시작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5184648"/>
            <a:ext cx="7159752" cy="38404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27448" y="5202936"/>
            <a:ext cx="6940296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DB손보, 자동차보험 손해율 악화로 인상 불가피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1115568"/>
            <a:ext cx="3931920" cy="1483401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5488" y="1188720"/>
            <a:ext cx="3712464" cy="593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📱  반응형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" y="1782080"/>
            <a:ext cx="3712464" cy="741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이상: 우측 슬라이드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sm: 하단 시트 (max-h 90vh)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708697"/>
            <a:ext cx="3931920" cy="1483401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5488" y="2781849"/>
            <a:ext cx="3712464" cy="593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원본 링크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75488" y="3375209"/>
            <a:ext cx="3712464" cy="741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기사 제목 클릭 → 네이버 뉴스 새 탭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301825"/>
            <a:ext cx="3931920" cy="1483401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75488" y="4374977"/>
            <a:ext cx="3712464" cy="593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null 처리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75488" y="4968338"/>
            <a:ext cx="3712464" cy="741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없는 기사 → snippet + "요약 준비 중"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사용자 검색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669280" cy="3566160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보험 뉴스 직접 검색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4805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인상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645920"/>
            <a:ext cx="86868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868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57984"/>
            <a:ext cx="5394960" cy="0"/>
          </a:xfrm>
          <a:prstGeom prst="line">
            <a:avLst/>
          </a:prstGeom>
          <a:noFill/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 (5건)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57860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보험료 인상 논의 본격화... 손해보험사 전반으로 확산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snippet: 보험료 인상에 관한 기사 앞부분 요약...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금감원, 보험료 인상 상한선 논의 착수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45643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snippet: 보험료 인상에 관한 기사 앞부분 요약...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76472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실손보험 5% 인상 확정 — 4월부터 적용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0782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snippet: 보험료 인상에 관한 기사 앞부분 요약...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115568"/>
            <a:ext cx="5513832" cy="119557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19088" y="1179576"/>
            <a:ext cx="5294376" cy="5021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실시간 조회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1681719"/>
            <a:ext cx="5294376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뉴스 API 직접 호출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저장 없이 결과 즉시 표시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402586"/>
            <a:ext cx="5513832" cy="119557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19088" y="2466594"/>
            <a:ext cx="5294376" cy="5021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⏱️  1초 타임아웃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19088" y="2968737"/>
            <a:ext cx="5294376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AbortController 적용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지연 시 자동 중단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689604"/>
            <a:ext cx="5513832" cy="119557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19088" y="3753612"/>
            <a:ext cx="5294376" cy="5021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🛡️  입력 검증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9088" y="4255755"/>
            <a:ext cx="5294376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키워드 클라이언트 차단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헤더 검증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4976622"/>
            <a:ext cx="5513832" cy="119557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19088" y="5040630"/>
            <a:ext cx="5294376" cy="5021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 AI 미호출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19088" y="5542773"/>
            <a:ext cx="5294376" cy="5977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호출 없음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절감 최적화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기술 스택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93776" y="118872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⚛️  Next.js 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" y="209077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 Router (서버 컴포넌트)• ISR revalidate: 300초• TypeScript strict 모드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9768" y="109728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67784" y="118872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 Supabase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67784" y="209077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DB + RLS• get_edition_articles RPC• SSR 클라이언트 (@supabase/ssr)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13776" y="109728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41792" y="118872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Claude Haiku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41792" y="209077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claude-haiku-4-5-20251001• Structured Output + Zod• 3줄 요약 + 카테고리 분류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8046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3776" y="377190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shadcn/ui + TW4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" y="467395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tweakcn.com 테마• Tailwind CSS v4• 다크/라이트 테마 지원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39768" y="368046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67784" y="377190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 Vercel Pro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67784" y="467395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Cron Job (Vercel 내장)• Edge Network 배포• Auto Preview / Production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3776" y="3680460"/>
            <a:ext cx="3709416" cy="249174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41792" y="3771900"/>
            <a:ext cx="3453384" cy="847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📰  Naver News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1792" y="4673956"/>
            <a:ext cx="3453384" cy="14068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일 25,000건 무료• 키워드 검색 엔드포인트• HTML sanitize (he 라이브러리)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시스템 아키텍처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5591556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75488" y="1115568"/>
            <a:ext cx="5372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정기 수집 흐름 (Cron)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27048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1563624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⏰ Vercel Cron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774302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08:00 / 14:00 KST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8658" y="2011680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93976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" y="2130552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/api/collect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2341230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CRON_SECRET 검증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8658" y="2578608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2697480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Naver API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2908158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4종 × 10건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8658" y="3145536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" y="3264408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🧹 HTML Sanitize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3475086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he.decode + 중복제거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8658" y="3712464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" y="3831336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Claude Haiku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4042014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+ 분류 + 클러스터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78658" y="4279392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61688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5488" y="4398264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Supabase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5488" y="4608942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UPSERT 저장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1115568"/>
            <a:ext cx="5591556" cy="3657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41364" y="1115568"/>
            <a:ext cx="53721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사용자 검색 흐름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31636" y="1527048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41364" y="1563624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 사용자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41364" y="1774302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입력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44534" y="2011680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31636" y="2093976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341364" y="2130552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브라우저 (React)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1364" y="2341230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AbortController 1초 타임아웃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44534" y="2578608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1636" y="2660904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341364" y="2697480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/api/search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341364" y="2908158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프록시 (DB 미저장)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44534" y="3145536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1636" y="3227832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341364" y="3264408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Naver News API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341364" y="3475086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조회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44534" y="3712464"/>
            <a:ext cx="36576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31636" y="3794760"/>
            <a:ext cx="5591556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341364" y="3831336"/>
            <a:ext cx="53721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결과 표시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341364" y="4042014"/>
            <a:ext cx="5372100" cy="190195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+ 링크 + snippet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사용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09416" cy="24917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" y="1188720"/>
            <a:ext cx="10058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75488" y="11887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3489960" cy="79735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📅 날짜 선택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2388413"/>
            <a:ext cx="3489960" cy="1145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사이드바에서 원하는 날짜 클릭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날짜는 상단 목록, 과거 날짜는 월별 아코디언 확장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39768" y="1097280"/>
            <a:ext cx="3709416" cy="24917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49496" y="1188720"/>
            <a:ext cx="10058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49496" y="11887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9496" y="1536192"/>
            <a:ext cx="3489960" cy="79735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🕐 에디션 선택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9496" y="2388413"/>
            <a:ext cx="3489960" cy="1145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08:00 또는 14:00 에디션 탭 클릭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없는 에디션은 비활성화 상태로 표시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3776" y="1097280"/>
            <a:ext cx="3709416" cy="24917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3504" y="1188720"/>
            <a:ext cx="10058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3504" y="11887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3504" y="1536192"/>
            <a:ext cx="3489960" cy="79735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카테고리 필터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3504" y="2388413"/>
            <a:ext cx="3489960" cy="1145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카테고리 버튼으로 기사 필터링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생명보험 / 손해보험 / 제도·규제 / 상품 / 기타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80460"/>
            <a:ext cx="5646420" cy="24917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5488" y="3771900"/>
            <a:ext cx="10058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8" y="37719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4119372"/>
            <a:ext cx="5426964" cy="79735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🃏 기사 카드 클릭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" y="4971593"/>
            <a:ext cx="5426964" cy="1145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클릭 시 오른쪽/하단 슬라이드 패널 오픈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3줄 요약 + 유사 기사 최대 2건 표시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6772" y="3680460"/>
            <a:ext cx="5646420" cy="24917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86500" y="3771900"/>
            <a:ext cx="100584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86500" y="37719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86500" y="4119372"/>
            <a:ext cx="5426964" cy="79735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키워드 검색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86500" y="4971593"/>
            <a:ext cx="5426964" cy="11457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하단 검색창에 키워드 입력 후 검색 버튼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결과 표시 (AI 요약 없음, snippet만)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Insurance News Dashboard v1.0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2907792"/>
            <a:ext cx="12188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C3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뉴스 자동 수집 · Claude AI 요약 · 실시간 검색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6676" y="3566160"/>
            <a:ext cx="3291840" cy="822960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73836" y="3602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 수집 주기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3836" y="3895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2회 (08:00 / 14:00)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8556" y="3566160"/>
            <a:ext cx="3291840" cy="822960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85716" y="3602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모델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85716" y="3895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Haiku 4.5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0436" y="3566160"/>
            <a:ext cx="3291840" cy="822960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197596" y="3602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E6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 배포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97596" y="3895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 Pro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4937760"/>
            <a:ext cx="12188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DA3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Made with Claude Code + 바이브코딩랩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53035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A5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vibecodinglab.ai.kr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1288</Words>
  <Application>Microsoft Office PowerPoint</Application>
  <PresentationFormat>와이드스크린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뉴스 대시보드 — 앱 소개</dc:title>
  <dc:subject>PptxGenJS Presentation</dc:subject>
  <dc:creator>보험 뉴스 대시보드</dc:creator>
  <cp:lastModifiedBy>태교 인</cp:lastModifiedBy>
  <cp:revision>2</cp:revision>
  <dcterms:created xsi:type="dcterms:W3CDTF">2026-04-07T09:28:23Z</dcterms:created>
  <dcterms:modified xsi:type="dcterms:W3CDTF">2026-04-07T09:29:43Z</dcterms:modified>
</cp:coreProperties>
</file>